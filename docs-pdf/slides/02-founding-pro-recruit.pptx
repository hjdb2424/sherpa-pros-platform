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REQUIRED: cover treatment — bold cream-on-navy or navy-on-cream typographic poster. Optional: behind the type, a desaturated full-bleed jobsite photo (work boots on subfloor, framing in background) at 15% opacity. Source: Phyrom's iPhone or Ideogram brief: "documentary contractor work boots, framed wall, subfloor, mid-day, 35mm, no faces." Dimensions: 1920x1080.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REQUIRED: NH jobsite portrait of Phyrom — same photo used in investor + BV decks for visual continuity. Source: Phyrom captures on jobsite. Dimensions: 1080x1920 vertical.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REQUIRED: composite product still — three iPhone frames overlapping on cream field. (1) Client post-job wizard. (2) Pro inbox with one matched job + green "Code-checked" badge. (3) Code-aware quote with one flagged line item. Source: Phyrom captures fresh from production within 24h of any send. Dimensions: 1920x1080 composite, transparent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REQUIRED: QR code linking to www.thesherpapros.com/founding-pros (or wherever the Founding Pro Agreement signup lives). Generate at qr-code-generator.com. Place lower-right corner. Dimensions: 400x400px, sky-blue on navy for the lead-class dark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Stop paying for leads.</dc:title>
  <dc:subject>PptxGenJS Presentation</dc:subject>
  <dc:creator>Created by Marp</dc:creator>
  <cp:lastModifiedBy>Created by Marp</cp:lastModifiedBy>
  <cp:revision>1</cp:revision>
  <dcterms:created xsi:type="dcterms:W3CDTF">2026-04-25T05:17:03Z</dcterms:created>
  <dcterms:modified xsi:type="dcterms:W3CDTF">2026-04-25T05:17:03Z</dcterms:modified>
</cp:coreProperties>
</file>